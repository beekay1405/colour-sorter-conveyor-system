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96193" y="2674587"/>
            <a:ext cx="12741423" cy="4937826"/>
            <a:chOff x="0" y="0"/>
            <a:chExt cx="16988563" cy="6583768"/>
          </a:xfrm>
        </p:grpSpPr>
        <p:sp>
          <p:nvSpPr>
            <p:cNvPr id="3" name="TextBox 3"/>
            <p:cNvSpPr txBox="1"/>
            <p:nvPr/>
          </p:nvSpPr>
          <p:spPr>
            <a:xfrm>
              <a:off x="0" y="5961046"/>
              <a:ext cx="16988563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PROJECT FOR ELECTRONICS LAB (ECE 211P)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0975"/>
              <a:ext cx="16988563" cy="49413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499"/>
                </a:lnSpc>
              </a:pPr>
              <a:r>
                <a:rPr lang="en-US" sz="94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COLOR SENSING AND SORTING CONVEYOR SYSTEM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266626" y="3777249"/>
            <a:ext cx="1367991" cy="2732501"/>
          </a:xfrm>
          <a:custGeom>
            <a:avLst/>
            <a:gdLst/>
            <a:ahLst/>
            <a:cxnLst/>
            <a:rect l="l" t="t" r="r" b="b"/>
            <a:pathLst>
              <a:path w="1367991" h="273250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084153"/>
            <a:ext cx="18288000" cy="813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1747" lvl="1" indent="-495873" algn="l">
              <a:lnSpc>
                <a:spcPts val="6430"/>
              </a:lnSpc>
              <a:buFont typeface="Arial"/>
              <a:buChar char="•"/>
            </a:pPr>
            <a:r>
              <a:rPr lang="en-US" sz="45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color sensing sorting conveyor system which sorts objects based on color matching criteria, and also give real time feedback on an 16x2 LCD screen.</a:t>
            </a:r>
          </a:p>
          <a:p>
            <a:pPr algn="l">
              <a:lnSpc>
                <a:spcPts val="6430"/>
              </a:lnSpc>
            </a:pPr>
            <a:endParaRPr lang="en-US" sz="4593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91747" lvl="1" indent="-495873" algn="l">
              <a:lnSpc>
                <a:spcPts val="6430"/>
              </a:lnSpc>
              <a:buFont typeface="Arial"/>
              <a:buChar char="•"/>
            </a:pPr>
            <a:r>
              <a:rPr lang="en-US" sz="45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Arduino Uno microcontroller boards have been programmed for this project.</a:t>
            </a:r>
          </a:p>
          <a:p>
            <a:pPr algn="l">
              <a:lnSpc>
                <a:spcPts val="6430"/>
              </a:lnSpc>
            </a:pPr>
            <a:r>
              <a:rPr lang="en-US" sz="45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marL="991747" lvl="1" indent="-495873" algn="l">
              <a:lnSpc>
                <a:spcPts val="6430"/>
              </a:lnSpc>
              <a:buFont typeface="Arial"/>
              <a:buChar char="•"/>
            </a:pPr>
            <a:r>
              <a:rPr lang="en-US" sz="45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project has three main parts: The conveyor system, the color sensing and LCD display, and the IR sensors &amp; servo flap system.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5960" y="-9692"/>
            <a:ext cx="11422640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2233754"/>
            <a:ext cx="17417551" cy="7427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Karan </a:t>
            </a: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Kandpal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(BT2024194)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S Tarun (BT2024198)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Akshat Kashyap (BT2024269)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Pranava Swarup Balachander (IMT2024072)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Saarthak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Singh (IMT2024082)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Anirudh R Rao (IMT2024083) </a:t>
            </a: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Puttaraja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Beedinalmath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(IMT2024091)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7974" y="159703"/>
            <a:ext cx="13003226" cy="1545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Components Used: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991485"/>
            <a:ext cx="19277319" cy="7736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TCS3200 color sensor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12V 60 RPM DC motor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SG90 servo motors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cardboard 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wires 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arduino</a:t>
            </a: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Uno 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Batteries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5V single channel relay module 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resistances</a:t>
            </a:r>
          </a:p>
          <a:p>
            <a:pPr marL="857390" lvl="1" indent="-428695" algn="l">
              <a:lnSpc>
                <a:spcPts val="5559"/>
              </a:lnSpc>
              <a:buFont typeface="Arial"/>
              <a:buChar char="•"/>
            </a:pPr>
            <a:r>
              <a:rPr lang="en-US" sz="397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breadboard</a:t>
            </a:r>
          </a:p>
          <a:p>
            <a:pPr algn="l">
              <a:lnSpc>
                <a:spcPts val="5559"/>
              </a:lnSpc>
            </a:pPr>
            <a:endParaRPr lang="en-US" sz="3971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460115"/>
            <a:ext cx="18288000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 CONTROLLED CONVEYOR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827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simple object-controlled cardboard conveyor system. 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12V 60 RPM DC motor connected to battery and controlled by a relay module. 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Relay module works as a switch turning the power to the motor ON/OFF, based off the input given via one of the Arduino Uno used.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460115"/>
            <a:ext cx="18288000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 DETECTION AND REAL TIME DISPLAY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94665"/>
            <a:ext cx="18288000" cy="920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TCS3200 color sensor is used to detect the color of the object. 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Depending on the values set manually, the RGB values are read from the sensor and a color is decided : red, blue, green. 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case the set values are not matched, the object color is decided black/white and is discarded (not sorted)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1529" y="3460115"/>
            <a:ext cx="17164943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IR SENSORS AND SERVO FLAP</a:t>
            </a:r>
          </a:p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SORTING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33450"/>
            <a:ext cx="18288000" cy="827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are 3 IR sensors and 3 SG90 servo motors on the either side of the conveyor belt, each mapped to one of the aforementioned colors.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Once the color sensor detects a color the respective IR sensor value is read. Rest are ignored.</a:t>
            </a:r>
          </a:p>
          <a:p>
            <a:pPr algn="l">
              <a:lnSpc>
                <a:spcPts val="7279"/>
              </a:lnSpc>
            </a:pPr>
            <a:endParaRPr lang="en-US" sz="51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1122679" lvl="1" indent="-561340" algn="l">
              <a:lnSpc>
                <a:spcPts val="7279"/>
              </a:lnSpc>
              <a:buFont typeface="Arial"/>
              <a:buChar char="•"/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case the no color is assigned, all IR sensors are ignored.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752761"/>
            <a:ext cx="18288000" cy="869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3634" lvl="1" indent="-481817" algn="l">
              <a:lnSpc>
                <a:spcPts val="6248"/>
              </a:lnSpc>
              <a:buFont typeface="Arial"/>
              <a:buChar char="•"/>
            </a:pPr>
            <a:r>
              <a:rPr lang="en-US" sz="446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Similarly the servo motor mapped to the color is also armed in a “blocking” position. </a:t>
            </a:r>
          </a:p>
          <a:p>
            <a:pPr algn="l">
              <a:lnSpc>
                <a:spcPts val="6248"/>
              </a:lnSpc>
            </a:pPr>
            <a:endParaRPr lang="en-US" sz="4463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63634" lvl="1" indent="-481817" algn="l">
              <a:lnSpc>
                <a:spcPts val="6248"/>
              </a:lnSpc>
              <a:buFont typeface="Arial"/>
              <a:buChar char="•"/>
            </a:pPr>
            <a:r>
              <a:rPr lang="en-US" sz="446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Once the mapped IR sensor detects the object, the relay module stops the conveyor system for 500 milliseconds.</a:t>
            </a:r>
          </a:p>
          <a:p>
            <a:pPr algn="l">
              <a:lnSpc>
                <a:spcPts val="6248"/>
              </a:lnSpc>
            </a:pPr>
            <a:endParaRPr lang="en-US" sz="4463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63634" lvl="1" indent="-481817" algn="l">
              <a:lnSpc>
                <a:spcPts val="6248"/>
              </a:lnSpc>
              <a:buFont typeface="Arial"/>
              <a:buChar char="•"/>
            </a:pPr>
            <a:r>
              <a:rPr lang="en-US" sz="446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servo motor then pushes the object out of the conveyor belt to its side. </a:t>
            </a:r>
          </a:p>
          <a:p>
            <a:pPr algn="l">
              <a:lnSpc>
                <a:spcPts val="6248"/>
              </a:lnSpc>
            </a:pPr>
            <a:endParaRPr lang="en-US" sz="4463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963634" lvl="1" indent="-481817" algn="l">
              <a:lnSpc>
                <a:spcPts val="6248"/>
              </a:lnSpc>
              <a:buFont typeface="Arial"/>
              <a:buChar char="•"/>
            </a:pPr>
            <a:r>
              <a:rPr lang="en-US" sz="446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Everything returns to the initial state once the object is removed until the next object.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9B3872-721F-2B19-C206-025EBF0FD23B}"/>
              </a:ext>
            </a:extLst>
          </p:cNvPr>
          <p:cNvSpPr txBox="1"/>
          <p:nvPr/>
        </p:nvSpPr>
        <p:spPr>
          <a:xfrm>
            <a:off x="1295400" y="966537"/>
            <a:ext cx="14478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u="sng" dirty="0">
                <a:latin typeface="Canva Sans Bold" panose="020B0604020202020204" charset="0"/>
              </a:rPr>
              <a:t>SUBMITTABLES:</a:t>
            </a:r>
          </a:p>
          <a:p>
            <a:endParaRPr lang="en-IN" sz="4800" b="1" dirty="0">
              <a:latin typeface="Canva Sans Bold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4800" b="1" u="sng" dirty="0">
                <a:latin typeface="Canva Sans Bold" panose="020B0604020202020204" charset="0"/>
              </a:rPr>
              <a:t>Media files:</a:t>
            </a:r>
            <a:r>
              <a:rPr lang="en-IN" sz="4800" b="1" dirty="0">
                <a:latin typeface="Canva Sans Bold" panose="020B0604020202020204" charset="0"/>
              </a:rPr>
              <a:t> </a:t>
            </a:r>
          </a:p>
          <a:p>
            <a:r>
              <a:rPr lang="en-IN" sz="4800" b="1" dirty="0">
                <a:latin typeface="Canva Sans Bold" panose="020B0604020202020204" charset="0"/>
              </a:rPr>
              <a:t> https://drive.google.com/drive/folders/1bgYFixWVUVUYeKh3d1oyoI9kfAqogYM6?usp=sharing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4800" b="1" dirty="0">
              <a:latin typeface="Canva Sans Bol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0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435</Words>
  <Application>Microsoft Office PowerPoint</Application>
  <PresentationFormat>Custom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SORTING CONVEYOR SENSOR</dc:title>
  <dc:creator>Pranava Swarup</dc:creator>
  <cp:lastModifiedBy>BT2024194 Karan Kandpal</cp:lastModifiedBy>
  <cp:revision>4</cp:revision>
  <dcterms:created xsi:type="dcterms:W3CDTF">2006-08-16T00:00:00Z</dcterms:created>
  <dcterms:modified xsi:type="dcterms:W3CDTF">2025-11-20T09:00:37Z</dcterms:modified>
  <dc:identifier>DAG5K8Tu0-c</dc:identifier>
</cp:coreProperties>
</file>